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agentic-ai-azure-week02-foundry-claims</a:t>
            </a:r>
          </a:p>
          <a:p>
            <a:r>
              <a:rPr sz="1600">
                <a:solidFill>
                  <a:srgbClr val="FFFFFF"/>
                </a:solidFill>
              </a:rPr>
              <a:t>Week 2 · Microsoft Foundry &amp; Agent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Create a hosted agent on Foundry Agent Service</a:t>
            </a:r>
          </a:p>
          <a:p>
            <a:r>
              <a:rPr sz="1800">
                <a:solidFill>
                  <a:srgbClr val="202020"/>
                </a:solidFill>
              </a:rPr>
              <a:t>Expose it via FastAPI, secured with Managed Identity</a:t>
            </a:r>
          </a:p>
          <a:p>
            <a:r>
              <a:rPr sz="1800">
                <a:solidFill>
                  <a:srgbClr val="202020"/>
                </a:solidFill>
              </a:rPr>
              <a:t>Register a function tool the agent calls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Insurance Claims Intake Agent</a:t>
            </a:r>
          </a:p>
          <a:p>
            <a:r>
              <a:rPr sz="1800">
                <a:solidFill>
                  <a:srgbClr val="202020"/>
                </a:solidFill>
              </a:rPr>
              <a:t>Extracts fields, validates policy, checks coverage, creates a case</a:t>
            </a:r>
          </a:p>
          <a:p>
            <a:r>
              <a:rPr sz="1800">
                <a:solidFill>
                  <a:srgbClr val="202020"/>
                </a:solidFill>
              </a:rPr>
              <a:t>Uses a Foundry-hosted agent + a policy-lookup tool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Persistent hosted agent (agents.create_version)</a:t>
            </a:r>
          </a:p>
          <a:p>
            <a:r>
              <a:rPr sz="1800">
                <a:solidFill>
                  <a:srgbClr val="202020"/>
                </a:solidFill>
              </a:rPr>
              <a:t>Run via Responses API with agent_reference</a:t>
            </a:r>
          </a:p>
          <a:p>
            <a:r>
              <a:rPr sz="1800">
                <a:solidFill>
                  <a:srgbClr val="202020"/>
                </a:solidFill>
              </a:rPr>
              <a:t>function_call → execute policy_lookup → function_call_output</a:t>
            </a:r>
          </a:p>
          <a:p>
            <a:r>
              <a:rPr sz="1800">
                <a:solidFill>
                  <a:srgbClr val="202020"/>
                </a:solidFill>
              </a:rPr>
              <a:t>Re-validate policy authoritatively before deciding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PromptAgentDefinition + FunctionTool (azure-ai-projects v2)</a:t>
            </a:r>
          </a:p>
          <a:p>
            <a:r>
              <a:rPr sz="1800">
                <a:solidFill>
                  <a:srgbClr val="202020"/>
                </a:solidFill>
              </a:rPr>
              <a:t>DefaultAzureCredential — no keys in code</a:t>
            </a:r>
          </a:p>
          <a:p>
            <a:r>
              <a:rPr sz="1800">
                <a:solidFill>
                  <a:srgbClr val="202020"/>
                </a:solidFill>
              </a:rPr>
              <a:t>Mock backend mirrors the same extract→tool→decide 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/api/v1/claims/intake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Hosted (managed threads/tools) vs. self-orchestrated</a:t>
            </a:r>
          </a:p>
          <a:p>
            <a:r>
              <a:rPr sz="1800">
                <a:solidFill>
                  <a:srgbClr val="202020"/>
                </a:solidFill>
              </a:rPr>
              <a:t>Identity end-to-end: az login locally, Managed Identity in Azure</a:t>
            </a:r>
          </a:p>
          <a:p>
            <a:r>
              <a:rPr sz="1800">
                <a:solidFill>
                  <a:srgbClr val="202020"/>
                </a:solidFill>
              </a:rPr>
              <a:t>Contracts are the trust boundary — never trust raw model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