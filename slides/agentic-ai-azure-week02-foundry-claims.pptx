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covers 'agentic-ai-azure-week02-foundry-claims' — Week 2 · Microsoft Foundry &amp; Agent Service. Frame the problem and why it matters, then walk the class through the learning goal, the enterprise use case, the architecture/flow, the key concepts, a live run in VS Code, and the architect's takeaways. The repo runs locally with no Azure, so demo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[Learning goal] Walk through these talking points:</a:t>
            </a:r>
          </a:p>
          <a:p>
            <a:r>
              <a:t>- Create a hosted agent on Foundry Agent Service</a:t>
            </a:r>
          </a:p>
          <a:p>
            <a:r>
              <a:t>- Expose it via FastAPI, secured with Managed Identity</a:t>
            </a:r>
          </a:p>
          <a:p>
            <a:r>
              <a:t>- Register a function tool the agent calls</a:t>
            </a:r>
          </a:p>
          <a:p>
            <a:r>
              <a:t>Ask the class: which of these ideas is new to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[Enterprise use case] Walk through these talking points:</a:t>
            </a:r>
          </a:p>
          <a:p>
            <a:r>
              <a:t>- Insurance Claims Intake Agent</a:t>
            </a:r>
          </a:p>
          <a:p>
            <a:r>
              <a:t>- Extracts fields, validates policy, checks coverage, creates a case</a:t>
            </a:r>
          </a:p>
          <a:p>
            <a:r>
              <a:t>- Uses a Foundry-hosted agent + a policy-lookup tool</a:t>
            </a:r>
          </a:p>
          <a:p>
            <a:r>
              <a:t>Tip: relate this to a regulated scenario your students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[Architecture / flow] Walk through these talking points:</a:t>
            </a:r>
          </a:p>
          <a:p>
            <a:r>
              <a:t>- Persistent hosted agent (agents.create_version)</a:t>
            </a:r>
          </a:p>
          <a:p>
            <a:r>
              <a:t>- Run via Responses API with agent_reference</a:t>
            </a:r>
          </a:p>
          <a:p>
            <a:r>
              <a:t>- function_call → execute policy_lookup → function_call_output</a:t>
            </a:r>
          </a:p>
          <a:p>
            <a:r>
              <a:t>- Re-validate policy authoritatively before deciding</a:t>
            </a:r>
          </a:p>
          <a:p>
            <a:r>
              <a:t>Demo: trace a single request through these steps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concepts] Walk through these talking points:</a:t>
            </a:r>
          </a:p>
          <a:p>
            <a:r>
              <a:t>- PromptAgentDefinition + FunctionTool (azure-ai-projects v2)</a:t>
            </a:r>
          </a:p>
          <a:p>
            <a:r>
              <a:t>- DefaultAzureCredential — no keys in code</a:t>
            </a:r>
          </a:p>
          <a:p>
            <a:r>
              <a:t>- Mock backend mirrors the same extract→tool→decide flow</a:t>
            </a:r>
          </a:p>
          <a:p>
            <a:r>
              <a:t>Open the named file in the repo while you explain each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[Run it (VS Code — no Azure needed)] Walk through these talking points:</a:t>
            </a:r>
          </a:p>
          <a:p>
            <a:r>
              <a:t>- git clone the repo, then open it in VS Code</a:t>
            </a:r>
          </a:p>
          <a:p>
            <a:r>
              <a:t>- python -m venv .venv  →  activate it</a:t>
            </a:r>
          </a:p>
          <a:p>
            <a:r>
              <a:t>- pip install -r requirements.txt</a:t>
            </a:r>
          </a:p>
          <a:p>
            <a:r>
              <a:t>- uvicorn app.main:app --reload</a:t>
            </a:r>
          </a:p>
          <a:p>
            <a:r>
              <a:t>- Open /docs and call  POST /api/v1/claims/intake</a:t>
            </a:r>
          </a:p>
          <a:p>
            <a:r>
              <a:t>- Runs in MOCK mode — no Azure/keys needed</a:t>
            </a:r>
          </a:p>
          <a:p>
            <a:r>
              <a:t>Do this live: clone → install → run → hit 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[Architect's takeaways] Walk through these talking points:</a:t>
            </a:r>
          </a:p>
          <a:p>
            <a:r>
              <a:t>- Hosted (managed threads/tools) vs. self-orchestrated</a:t>
            </a:r>
          </a:p>
          <a:p>
            <a:r>
              <a:t>- Identity end-to-end: az login locally, Managed Identity in Azure</a:t>
            </a:r>
          </a:p>
          <a:p>
            <a:r>
              <a:t>- Contracts are the trust boundary — never trust raw model output</a:t>
            </a:r>
          </a:p>
          <a:p>
            <a:r>
              <a:t>Discussion: when would you NOT choose this approach?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agentic-ai-azure-week02-foundry-claims</a:t>
            </a:r>
          </a:p>
          <a:p>
            <a:r>
              <a:rPr sz="1600">
                <a:solidFill>
                  <a:srgbClr val="FFFFFF"/>
                </a:solidFill>
              </a:rPr>
              <a:t>Week 2 · Microsoft Foundry &amp; Agent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Create a hosted agent on Foundry Agent Service</a:t>
            </a:r>
          </a:p>
          <a:p>
            <a:r>
              <a:rPr sz="1800">
                <a:solidFill>
                  <a:srgbClr val="202020"/>
                </a:solidFill>
              </a:rPr>
              <a:t>Expose it via FastAPI, secured with Managed Identity</a:t>
            </a:r>
          </a:p>
          <a:p>
            <a:r>
              <a:rPr sz="1800">
                <a:solidFill>
                  <a:srgbClr val="202020"/>
                </a:solidFill>
              </a:rPr>
              <a:t>Register a function tool the agent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Insurance Claims Intake Agent</a:t>
            </a:r>
          </a:p>
          <a:p>
            <a:r>
              <a:rPr sz="1800">
                <a:solidFill>
                  <a:srgbClr val="202020"/>
                </a:solidFill>
              </a:rPr>
              <a:t>Extracts fields, validates policy, checks coverage, creates a case</a:t>
            </a:r>
          </a:p>
          <a:p>
            <a:r>
              <a:rPr sz="1800">
                <a:solidFill>
                  <a:srgbClr val="202020"/>
                </a:solidFill>
              </a:rPr>
              <a:t>Uses a Foundry-hosted agent + a policy-lookup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Persistent hosted agent (agents.create_version)</a:t>
            </a:r>
          </a:p>
          <a:p>
            <a:r>
              <a:rPr sz="1800">
                <a:solidFill>
                  <a:srgbClr val="202020"/>
                </a:solidFill>
              </a:rPr>
              <a:t>Run via Responses API with agent_reference</a:t>
            </a:r>
          </a:p>
          <a:p>
            <a:r>
              <a:rPr sz="1800">
                <a:solidFill>
                  <a:srgbClr val="202020"/>
                </a:solidFill>
              </a:rPr>
              <a:t>function_call → execute policy_lookup → function_call_output</a:t>
            </a:r>
          </a:p>
          <a:p>
            <a:r>
              <a:rPr sz="1800">
                <a:solidFill>
                  <a:srgbClr val="202020"/>
                </a:solidFill>
              </a:rPr>
              <a:t>Re-validate policy authoritatively before deciding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PromptAgentDefinition + FunctionTool (azure-ai-projects v2)</a:t>
            </a:r>
          </a:p>
          <a:p>
            <a:r>
              <a:rPr sz="1800">
                <a:solidFill>
                  <a:srgbClr val="202020"/>
                </a:solidFill>
              </a:rPr>
              <a:t>DefaultAzureCredential — no keys in code</a:t>
            </a:r>
          </a:p>
          <a:p>
            <a:r>
              <a:rPr sz="1800">
                <a:solidFill>
                  <a:srgbClr val="202020"/>
                </a:solidFill>
              </a:rPr>
              <a:t>Mock backend mirrors the same extract→tool→decide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/api/v1/claims/intake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Hosted (managed threads/tools) vs. self-orchestrated</a:t>
            </a:r>
          </a:p>
          <a:p>
            <a:r>
              <a:rPr sz="1800">
                <a:solidFill>
                  <a:srgbClr val="202020"/>
                </a:solidFill>
              </a:rPr>
              <a:t>Identity end-to-end: az login locally, Managed Identity in Azure</a:t>
            </a:r>
          </a:p>
          <a:p>
            <a:r>
              <a:rPr sz="1800">
                <a:solidFill>
                  <a:srgbClr val="202020"/>
                </a:solidFill>
              </a:rPr>
              <a:t>Contracts are the trust boundary — never trust raw model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